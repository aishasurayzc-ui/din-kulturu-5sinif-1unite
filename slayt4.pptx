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arget="https://www.youtube.com/embed/9pcmWvUZsJk" TargetMode="External" Type="http://schemas.openxmlformats.org/officeDocument/2006/relationships/video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📜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Kıssaları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Elçileri: Peygamberler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Kerim'den Öğütler: Peygamber Kıssaları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Kureyş Suresi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07576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Elçileri: Peygamberler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Peygamberler, Yüce Allah'tan haber getiren kimselerdir. Allah'ın (cc) gönderdiği emir ve yasakları insanlara bildiren elçilerdir.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Peygamberlik, Allah (cc) ile insanlar arasındaki bir elçilik görevidir.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görevleri sadece mesaj bildirmek değildir: aldıkları emirleri açıklamış, nasıl uygulanacağını göstermiş, iyi ve doğru olanı anlatmış, insanları kötülüklerden sakındırmış ve davranışlarıyla insanlara örnek…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613647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Elçileri: Peygamberler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Dürüstlük, adalet, yardımseverlik, merhamet gibi ahlaki ilkeleri önce kendi hayatlarında uygulamışlardır.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2151529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Kerim'den Öğütler: Peygamber Kıssaları (1/5)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Nuh: Kur'an'da ismi en çok geçen peygamberlerden biridir, adına bir sure vardır. Putlara tapan kavmini tevhide davet etmiştir.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Kavmi onu dinlememiş, Allah (cc) ona bir gemi yapmasını emretmiştir.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Tufan başlayınca iman edenler ve her hayvandan birer çift gemiye binmiş, sular çekilince gemi Cudi Dağı'na oturmuştur. Hz.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689412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Kerim'den Öğütler: Peygamber Kıssaları (2/5)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Nuh, insanlığın ikinci atası kabul edilir.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İbrahim: Putlara ve yıldızlara tapan Babil halkını tevhide davet etmiştir.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büyük put dışındaki tüm putları kırmış, bunun üzerine ateşe atılmış ancak Allah'ın "Ey ateş!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227294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Kerim'den Öğütler: Peygamber Kıssaları (3/5)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İbrahim'e karşı serin ve esenlik ol." emriyle kurtulmuştur.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Hanif bir kimsedir (doğruya ve hakka bağlanan, Allah'ın birliğine iman eden). Oğlu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İsmail'le birlikte Kâbe'yi yeniden inşa etmiştir.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76517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Kerim'den Öğütler: Peygamber Kıssaları (4/5)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Musa: Allah'ın kendisine Tevrat'ı indirdiği, İsrailoğullarına gönderilen peygamberdir.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Zalim kral Firavun'un zulmünden kaçarken Allah'ın emriyle asasını vurmuş, Kızıldeniz ikiye ayrılmış; Firavun ve ordusu boğulmuştur.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Kardeşi Hz. Harun da kendisine peygamber olarak yardım etmiştir.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303059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Kerim'den Öğütler: Peygamber Kıssaları (5/5)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İsa: Hz. Meryem'in oğludur, İsrailoğullarına gönderilmiştir. Allah kendisine İncil'i indirmiştir. Yaratılışı Hz.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Adem'in yaratılışına benzetilir. Kendisinden sonra Hz. Muhammed'in (sav) peygamber olacağını müjdelemiştir.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kıssalarında ortak olarak tevhide davet, mucizeler, iyilik-kötülük ve sabırla mücadele konu edilir; geçmiş toplumların hataları hatırlatılır.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840941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Kureyş Suresi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ailesi, Mekke'nin yerli halkı olan Kureyş kabilesine mensuptur.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Kureyş kabilesi, Mekke'de Kâbe'nin bakımını üstlenmiş, ziyaretçilere yemek ve su dağıtımı gibi hizmetler vermiş, bu nedenle diğer kabileler tarafından büyük saygı görmüştür.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5378824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Peygamberlik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Nuh: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Tufan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Cudi Dağı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İbrahim: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Hanif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Kâbe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91670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Musa: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Tevrat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Firavun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Kızıldeniz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İsa: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454588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 ateş! İbrahim'e karşı serin ve esenlik ol!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Enbiya suresi, 69.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992471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ki: Hiç bilenlerle bilmeyenler bir olur mu?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Zümer suresi, 9.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530353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868680"/>
            <a:ext cx="7315200" cy="3703320"/>
          </a:xfrm>
          <a:prstGeom prst="roundRect">
            <a:avLst>
              <a:gd name="adj" fmla="val 1481"/>
            </a:avLst>
          </a:prstGeom>
          <a:solidFill>
            <a:srgbClr val="000000"/>
          </a:solidFill>
          <a:ln w="25400">
            <a:solidFill>
              <a:srgbClr val="B8860B"/>
            </a:solidFill>
            <a:prstDash val="solid"/>
          </a:ln>
        </p:spPr>
      </p:sp>
      <p:pic>
        <p:nvPicPr>
          <p:cNvPr id="3" name="Media 0"/>
          <p:cNvPicPr/>
          <p:nvPr>
            <a:videoFile r:link="rId1"/>
          </p:nvPr>
        </p:nvPicPr>
        <p:blipFill>
          <a:blip r:embed="rId2"/>
          <a:stretch>
            <a:fillRect/>
          </a:stretch>
        </p:blipFill>
        <p:spPr>
          <a:xfrm>
            <a:off x="987552" y="941832"/>
            <a:ext cx="7168896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Nuh - Çizgi Film | Peygamberlerin Hayatı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5116068"/>
            <a:ext cx="806823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Davet: Sözlükte çağırmak, seslenmek anlamına gelir.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İslam'a ve İslam esaslarının uygulanmasına çağırmak demektir.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Sınıf DKAB — Peygamber Kıssaları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8606118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Sınıf 4. Ünite: Peygamber Kıssaları</dc:title>
  <dc:subject>PptxGenJS Presentation</dc:subject>
  <dc:creator>Ayşe Yazıcı</dc:creator>
  <cp:lastModifiedBy>Ayşe Yazıcı</cp:lastModifiedBy>
  <cp:revision>1</cp:revision>
  <dcterms:created xsi:type="dcterms:W3CDTF">2026-07-12T13:24:05Z</dcterms:created>
  <dcterms:modified xsi:type="dcterms:W3CDTF">2026-07-12T13:24:05Z</dcterms:modified>
</cp:coreProperties>
</file>