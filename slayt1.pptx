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arget="https://www.youtube.com/embed/fXV6A80WEkI" TargetMode="External" Type="http://schemas.openxmlformats.org/officeDocument/2006/relationships/video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🌌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 İnancı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Evrendeki Mükemmel Düzen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Varlığı ve Birliği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Güzel İsimleri (Esmaülhüsna)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İhlas Suresi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306286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Evrendeki Mükemmel Düzen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Evren, üzerinde yaşadığımız dünya ile tüm yıldız ve gezegenleri içine alan varlıklar bütünüdür; buna kâinat da denir.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İnsan, akıl sahibi olması yönüyle diğer canlılardan ayrılır; çevresini gözlemler, düşünür ve sorgular.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 vücudunun ölçülü ve dengeli yapısı, evrendeki düzenin ipuçlarını içerir.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959429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Evrendeki Mükemmel Düzen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Göz, kulak, burun gibi uzuvlar insanın ihtiyaçlarına göre yaratılmıştır.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Kışın yağan kar toprağı korur ve yer altı sularını artırır; yazın artan sıcaklık ekinlerin olgunlaşmasını sağlar.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Bunların hiçbiri tesadüf değildir; her şey mükemmel bir düzen içinde gerçekleşir.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612571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Varlığı ve Birliği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Hiçbir varlık kendi kendine ya da tesadüfen var olamaz.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kitabın bir yazarı, her tablonun bir ressamı olduğu gibi, kâinattaki mükemmel düzenin de bir yaratıcısı vardır: Allah (cc).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(cc) bir ve tek olduğuna, eşi ve benzerinin olmadığına inanmak, O'na hiçbir şeyi ortak koşmadan ibadeti yalnızca Allah için yapmaya tevhit denir.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3265714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Varlığı ve Birliği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Tevhit, İslam'ın temel inanç esaslarından biri ve dinin özüdür.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Allah'a inanmakla birlikte başka varlıkları da tanrı kabul etmeye ise şirk denir.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3918857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Güzel İsimleri (Esmaülhüsna)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Esmaülhüsna, Arapçada "en güzel isimler" anlamına gelir; Allah'ın (cc) gücünü, mükemmelliğini ve benzersizliğini anlatan isimleridir.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hayatta sıkça kullandığımız "Bismillâhirrahmânirrahîm" (besmele) ifadesinde Rahman ve Rahîm isimleri birlikte yer alır.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İhlas Suresi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İhlas suresi, Kur'an-ı Kerim'in kısa surelerinden biridir ve 4 ayettir. "İhlas" kelimesi sözlükte "samimiyet, doğruluk, temizlik ve saflık" anlamına gelir.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Surede Allah'ın (cc) güzel isimlerinden Ehad (bir ve tek olması) ve Samed (hiçbir şeye muhtaç olmaması) yer alır.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5225143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Evren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kâinat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 (cc)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tevhit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şirk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Esmaülhüsna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İhlas suresi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ayettir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Ehad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878286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Rahman olan Allah'ın yaratışında hiçbir uygunsuzluk göremezsin.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Mülk suresi, 3.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531429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Şüphesiz biz insanı en güzel biçimde yaratmışızdır.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 suresi, 4.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184571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868680"/>
            <a:ext cx="7315200" cy="3703320"/>
          </a:xfrm>
          <a:prstGeom prst="roundRect">
            <a:avLst>
              <a:gd name="adj" fmla="val 1481"/>
            </a:avLst>
          </a:prstGeom>
          <a:solidFill>
            <a:srgbClr val="000000"/>
          </a:solidFill>
          <a:ln w="25400">
            <a:solidFill>
              <a:srgbClr val="B8860B"/>
            </a:solidFill>
            <a:prstDash val="solid"/>
          </a:ln>
        </p:spPr>
      </p:sp>
      <p:pic>
        <p:nvPicPr>
          <p:cNvPr id="3" name="Media 0"/>
          <p:cNvPicPr/>
          <p:nvPr>
            <a:videoFile r:link="rId1"/>
          </p:nvPr>
        </p:nvPicPr>
        <p:blipFill>
          <a:blip r:embed="rId2"/>
          <a:stretch>
            <a:fillRect/>
          </a:stretch>
        </p:blipFill>
        <p:spPr>
          <a:xfrm>
            <a:off x="987552" y="941832"/>
            <a:ext cx="7168896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251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Kusursuz Denge | TRT Belgesel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2" name="Shape 9"/>
          <p:cNvSpPr/>
          <p:nvPr/>
        </p:nvSpPr>
        <p:spPr>
          <a:xfrm>
            <a:off x="0" y="5116068"/>
            <a:ext cx="7837714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Ayet: "O, yaratıp şekillendiren, ahenk veren ve düzene koyandır." — "O, gökleri ve yeri örneksiz yaratandır.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işe hükmetti mi ona sadece 'Ol!' der, o da hemen oluverir."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8490857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5. Sınıf 1. Ünite: Allah İnancı</dc:title>
  <dc:subject>PptxGenJS Presentation</dc:subject>
  <dc:creator>Ayşe Yazıcı</dc:creator>
  <cp:lastModifiedBy>Ayşe Yazıcı</cp:lastModifiedBy>
  <cp:revision>1</cp:revision>
  <dcterms:created xsi:type="dcterms:W3CDTF">2026-07-12T13:24:05Z</dcterms:created>
  <dcterms:modified xsi:type="dcterms:W3CDTF">2026-07-12T13:24:05Z</dcterms:modified>
</cp:coreProperties>
</file>