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🌌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İnancı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Evrendeki Mükemmel Düzen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Varlığı ve Birliği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Güzel İsimleri (Esmaülhüsna)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İhlas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406769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Evrendeki Mükemmel Düzen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Evren, üzerinde yaşadığımız dünya ile tüm yıldız ve gezegenleri içine alan varlıklar bütünüdür; buna kâinat da denir.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İnsan, akıl sahibi olması yönüyle diğer canlılardan ayrılır; çevresini gözlemler, düşünür ve sorgular.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 vücudunun ölçülü ve dengeli yapısı, evrendeki düzenin ipuçlarını içerir.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110154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Evrendeki Mükemmel Düzen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Göz, kulak, burun gibi uzuvlar insanın ihtiyaçlarına göre yaratılmıştır.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Kışın yağan kar toprağı korur ve yer altı sularını artırır; yazın artan sıcaklık ekinlerin olgunlaşmasını sağlar.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Bunların hiçbiri tesadüf değildir; her şey mükemmel bir düzen içinde gerçekleşir.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2813538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Varlığı ve Birliği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varlık kendi kendine ya da tesadüfen var olamaz.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kitabın bir yazarı, her tablonun bir ressamı olduğu gibi, kâinattaki mükemmel düzenin de bir yaratıcısı vardır: Allah (cc).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(cc) bir ve tek olduğuna, eşi ve benzerinin olmadığına inanmak, O'na hiçbir şeyi ortak koşmadan ibadeti yalnızca Allah için yapmaya tevhit denir.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3516923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Varlığı ve Birliği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Tevhit, İslam'ın temel inanç esaslarından biri ve dinin özüdür.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Allah'a inanmakla birlikte başka varlıkları da tanrı kabul etmeye ise şirk denir.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220308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Allah'ın Güzel İsimleri (Esmaülhüsna)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Esmaülhüsna, Arapçada "en güzel isimler" anlamına gelir; Allah'ın (cc) gücünü, mükemmelliğini ve benzersizliğini anlatan isimleridir.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Günlük hayatta sıkça kullandığımız "Bismillâhirrahmânirrahîm" (besmele) ifadesinde Rahman ve Rahîm isimleri birlikte yer alır.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923692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İhlas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İhlas suresi, Kur'an-ı Kerim'in kısa surelerinden biridir ve 4 ayettir. "İhlas" kelimesi sözlükte "samimiyet, doğruluk, temizlik ve saflık"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Surede Allah'ın (cc) güzel isimlerinden Ehad (bir ve tek olması) ve Samed (hiçbir şeye muhtaç olmaması) yer alır.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5627077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kâinat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Esmaülhüsna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İhlas suresi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ayettir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Ehad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330462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Rahman olan Allah'ın yaratışında hiçbir uygunsuzluk göremezsin.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Mülk suresi, 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033846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Şüphesiz biz insanı en güzel biçimde yaratmışızdır.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 suresi, 4.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737231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Ayet: "O, yaratıp şekillendiren, ahenk veren ve düzene koyandır." — "O, gökleri ve yeri örneksiz yaratandır.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işe hükmetti mi ona sadece 'Ol!' der, o da hemen oluverir."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Sınıf DKAB — Allah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8440615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5. Sınıf 1. Ünite: Allah İnancı</dc:title>
  <dc:subject>PptxGenJS Presentation</dc:subject>
  <dc:creator>Ayşe Yazıcı</dc:creator>
  <cp:lastModifiedBy>Ayşe Yazıcı</cp:lastModifiedBy>
  <cp:revision>1</cp:revision>
  <dcterms:created xsi:type="dcterms:W3CDTF">2026-07-12T13:10:43Z</dcterms:created>
  <dcterms:modified xsi:type="dcterms:W3CDTF">2026-07-12T13:10:43Z</dcterms:modified>
</cp:coreProperties>
</file>