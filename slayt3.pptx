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youtube.com/watch?v=-CuSBVJnq4Y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-1188720"/>
            <a:ext cx="2926080" cy="2926080"/>
          </a:xfrm>
          <a:prstGeom prst="ellipse">
            <a:avLst/>
          </a:prstGeom>
          <a:solidFill>
            <a:srgbClr val="B8860B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589520" y="3291840"/>
            <a:ext cx="2743200" cy="2743200"/>
          </a:xfrm>
          <a:prstGeom prst="ellipse">
            <a:avLst/>
          </a:prstGeom>
          <a:solidFill>
            <a:srgbClr val="B8860B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-731520"/>
            <a:ext cx="1463040" cy="1463040"/>
          </a:xfrm>
          <a:prstGeom prst="ellipse">
            <a:avLst/>
          </a:prstGeom>
          <a:solidFill>
            <a:srgbClr val="B8860B">
              <a:alpha val="2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3749040" y="502920"/>
            <a:ext cx="1645920" cy="1645920"/>
          </a:xfrm>
          <a:prstGeom prst="ellipse">
            <a:avLst/>
          </a:prstGeom>
          <a:solidFill>
            <a:srgbClr val="B8860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749040" y="502920"/>
            <a:ext cx="1645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📖</a:t>
            </a:r>
            <a:endParaRPr lang="en-US" sz="5200" dirty="0"/>
          </a:p>
        </p:txBody>
      </p:sp>
      <p:sp>
        <p:nvSpPr>
          <p:cNvPr id="7" name="Shape 5"/>
          <p:cNvSpPr/>
          <p:nvPr/>
        </p:nvSpPr>
        <p:spPr>
          <a:xfrm>
            <a:off x="2286000" y="2395728"/>
            <a:ext cx="4572000" cy="41148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54203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spc="2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SINIF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48640" y="2944368"/>
            <a:ext cx="80467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Ünite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Kur'an-ı Kerim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57200" y="4343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 Kültürü ve Ahlak Bilgisi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Ayşe Yazıcı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2E7D5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2E7D5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🎯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Bu Ünitede Neler Öğreneceğiz?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763524"/>
          </a:xfrm>
          <a:prstGeom prst="roundRect">
            <a:avLst>
              <a:gd name="adj" fmla="val 9581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763524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296162"/>
            <a:ext cx="512064" cy="51206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29616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6903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Kur'an-ı Kerim'in İç Düzeni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2061972"/>
            <a:ext cx="8229600" cy="763524"/>
          </a:xfrm>
          <a:prstGeom prst="roundRect">
            <a:avLst>
              <a:gd name="adj" fmla="val 9581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061972"/>
            <a:ext cx="82296" cy="763524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2187702"/>
            <a:ext cx="512064" cy="51206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218770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</a:t>
            </a:r>
            <a:endParaRPr lang="en-US" sz="1344" dirty="0"/>
          </a:p>
        </p:txBody>
      </p:sp>
      <p:sp>
        <p:nvSpPr>
          <p:cNvPr id="16" name="Text 14"/>
          <p:cNvSpPr/>
          <p:nvPr/>
        </p:nvSpPr>
        <p:spPr>
          <a:xfrm>
            <a:off x="1371600" y="2098548"/>
            <a:ext cx="7178040" cy="6903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Kur'an-ı Kerim'in Temel Özellikleri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" y="2953512"/>
            <a:ext cx="8229600" cy="763524"/>
          </a:xfrm>
          <a:prstGeom prst="roundRect">
            <a:avLst>
              <a:gd name="adj" fmla="val 9581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2953512"/>
            <a:ext cx="82296" cy="763524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19" name="Shape 17"/>
          <p:cNvSpPr/>
          <p:nvPr/>
        </p:nvSpPr>
        <p:spPr>
          <a:xfrm>
            <a:off x="658368" y="3079242"/>
            <a:ext cx="512064" cy="51206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307924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</a:t>
            </a:r>
            <a:endParaRPr lang="en-US" sz="1344" dirty="0"/>
          </a:p>
        </p:txBody>
      </p:sp>
      <p:sp>
        <p:nvSpPr>
          <p:cNvPr id="21" name="Text 19"/>
          <p:cNvSpPr/>
          <p:nvPr/>
        </p:nvSpPr>
        <p:spPr>
          <a:xfrm>
            <a:off x="1371600" y="2990088"/>
            <a:ext cx="7178040" cy="6903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Kur'an-ı Kerim'in Ana Konuları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57200" y="3845052"/>
            <a:ext cx="8229600" cy="763524"/>
          </a:xfrm>
          <a:prstGeom prst="roundRect">
            <a:avLst>
              <a:gd name="adj" fmla="val 9581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3845052"/>
            <a:ext cx="82296" cy="763524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24" name="Shape 22"/>
          <p:cNvSpPr/>
          <p:nvPr/>
        </p:nvSpPr>
        <p:spPr>
          <a:xfrm>
            <a:off x="658368" y="3970782"/>
            <a:ext cx="512064" cy="51206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25" name="Text 23"/>
          <p:cNvSpPr/>
          <p:nvPr/>
        </p:nvSpPr>
        <p:spPr>
          <a:xfrm>
            <a:off x="658368" y="397078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</a:t>
            </a:r>
            <a:endParaRPr lang="en-US" sz="1344" dirty="0"/>
          </a:p>
        </p:txBody>
      </p:sp>
      <p:sp>
        <p:nvSpPr>
          <p:cNvPr id="26" name="Text 24"/>
          <p:cNvSpPr/>
          <p:nvPr/>
        </p:nvSpPr>
        <p:spPr>
          <a:xfrm>
            <a:off x="1371600" y="3881628"/>
            <a:ext cx="7178040" cy="6903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Sure Öğreniyorum: Kevser Suresi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Sınıf DKAB — Kur'an-ı Kerim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2E7D5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30" name="Shape 28"/>
          <p:cNvSpPr/>
          <p:nvPr/>
        </p:nvSpPr>
        <p:spPr>
          <a:xfrm>
            <a:off x="0" y="5116068"/>
            <a:ext cx="1143000" cy="32004"/>
          </a:xfrm>
          <a:prstGeom prst="rect">
            <a:avLst/>
          </a:prstGeom>
          <a:solidFill>
            <a:srgbClr val="2E7D5B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2E7D5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2E7D5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📌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Kur'an-ı Kerim'in İç Düzeni (1/3)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1024128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426464"/>
            <a:ext cx="512064" cy="51206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42646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Kur'an-ı Kerim, Allah'ın (cc) peygamberler aracılığıyla insanlara gönderdiği vahyi bildiren son kitaptır.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2322576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322576"/>
            <a:ext cx="82296" cy="1024128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2578608"/>
            <a:ext cx="512064" cy="51206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25786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6" name="Text 14"/>
          <p:cNvSpPr/>
          <p:nvPr/>
        </p:nvSpPr>
        <p:spPr>
          <a:xfrm>
            <a:off x="1371600" y="2359152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610 yılı ramazan ayında indirilmeye başlanmış, vahiy meleği Cebrail tarafından Hz.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457200" y="3474720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474720"/>
            <a:ext cx="82296" cy="1024128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19" name="Shape 17"/>
          <p:cNvSpPr/>
          <p:nvPr/>
        </p:nvSpPr>
        <p:spPr>
          <a:xfrm>
            <a:off x="658368" y="3730752"/>
            <a:ext cx="512064" cy="51206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373075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21" name="Text 19"/>
          <p:cNvSpPr/>
          <p:nvPr/>
        </p:nvSpPr>
        <p:spPr>
          <a:xfrm>
            <a:off x="1371600" y="3511296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Muhammed'e (sav) bildirilmiştir; tamamlanması 23 yıl sürmüştür. Dili Arapçadır.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Sınıf DKAB — Kur'an-ı Kerim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2E7D5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25" name="Shape 23"/>
          <p:cNvSpPr/>
          <p:nvPr/>
        </p:nvSpPr>
        <p:spPr>
          <a:xfrm>
            <a:off x="0" y="5116068"/>
            <a:ext cx="1714500" cy="32004"/>
          </a:xfrm>
          <a:prstGeom prst="rect">
            <a:avLst/>
          </a:prstGeom>
          <a:solidFill>
            <a:srgbClr val="2E7D5B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15667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15667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📌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Kur'an-ı Kerim'in İç Düzeni (2/3)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1024128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426464"/>
            <a:ext cx="512064" cy="512064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42646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Kur'an'ın güzel isimleri: Furkan (doğru ile yanlışı ayırt eden), Nur (yolu aydınlatan), Şifa (kalplere şifa veren), Zikir (yaratıcıyı hatırlatan), Kelam (Allah'ın sözü).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2322576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322576"/>
            <a:ext cx="82296" cy="1024128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2578608"/>
            <a:ext cx="512064" cy="512064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25786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6" name="Text 14"/>
          <p:cNvSpPr/>
          <p:nvPr/>
        </p:nvSpPr>
        <p:spPr>
          <a:xfrm>
            <a:off x="1371600" y="2359152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Ayet, Kur'an surelerini oluşturan harf, kelime veya cümlelerdir; durak denilen yuvarlak işaretlerle ayrılır.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457200" y="3474720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474720"/>
            <a:ext cx="82296" cy="1024128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19" name="Shape 17"/>
          <p:cNvSpPr/>
          <p:nvPr/>
        </p:nvSpPr>
        <p:spPr>
          <a:xfrm>
            <a:off x="658368" y="3730752"/>
            <a:ext cx="512064" cy="512064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373075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21" name="Text 19"/>
          <p:cNvSpPr/>
          <p:nvPr/>
        </p:nvSpPr>
        <p:spPr>
          <a:xfrm>
            <a:off x="1371600" y="3511296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Mekke'de inen ayetlere Mekki, Medine'de inenlere Medeni ayet denir.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Sınıf DKAB — Kur'an-ı Kerim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15667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25" name="Shape 23"/>
          <p:cNvSpPr/>
          <p:nvPr/>
        </p:nvSpPr>
        <p:spPr>
          <a:xfrm>
            <a:off x="0" y="5116068"/>
            <a:ext cx="2286000" cy="32004"/>
          </a:xfrm>
          <a:prstGeom prst="rect">
            <a:avLst/>
          </a:prstGeom>
          <a:solidFill>
            <a:srgbClr val="156670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B4552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B455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📌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Kur'an-ı Kerim'in İç Düzeni (3/3)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B4552B">
              <a:alpha val="10000"/>
            </a:srgbClr>
          </a:solidFill>
          <a:ln w="9525">
            <a:solidFill>
              <a:srgbClr val="B455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1024128"/>
          </a:xfrm>
          <a:prstGeom prst="roundRect">
            <a:avLst/>
          </a:prstGeom>
          <a:solidFill>
            <a:srgbClr val="B4552B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426464"/>
            <a:ext cx="512064" cy="512064"/>
          </a:xfrm>
          <a:prstGeom prst="ellipse">
            <a:avLst/>
          </a:prstGeom>
          <a:solidFill>
            <a:srgbClr val="B4552B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42646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Sure, ayetlerden oluşan bölümdür; ilk sure Fatiha, son sure Nâs'tır. En uzun sure Bakara (286 ayet), en kısa sure Kevser'dir (3 ayet).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2322576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B4552B">
              <a:alpha val="10000"/>
            </a:srgbClr>
          </a:solidFill>
          <a:ln w="9525">
            <a:solidFill>
              <a:srgbClr val="B4552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322576"/>
            <a:ext cx="82296" cy="1024128"/>
          </a:xfrm>
          <a:prstGeom prst="roundRect">
            <a:avLst/>
          </a:prstGeom>
          <a:solidFill>
            <a:srgbClr val="B4552B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2578608"/>
            <a:ext cx="512064" cy="512064"/>
          </a:xfrm>
          <a:prstGeom prst="ellipse">
            <a:avLst/>
          </a:prstGeom>
          <a:solidFill>
            <a:srgbClr val="B4552B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25786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6" name="Text 14"/>
          <p:cNvSpPr/>
          <p:nvPr/>
        </p:nvSpPr>
        <p:spPr>
          <a:xfrm>
            <a:off x="1371600" y="2359152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Kur'an-ı Kerim'de 114 sure, 6236 ayet vardır.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457200" y="3474720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B4552B">
              <a:alpha val="10000"/>
            </a:srgbClr>
          </a:solidFill>
          <a:ln w="9525">
            <a:solidFill>
              <a:srgbClr val="B4552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474720"/>
            <a:ext cx="82296" cy="1024128"/>
          </a:xfrm>
          <a:prstGeom prst="roundRect">
            <a:avLst/>
          </a:prstGeom>
          <a:solidFill>
            <a:srgbClr val="B4552B"/>
          </a:solidFill>
          <a:ln/>
        </p:spPr>
      </p:sp>
      <p:sp>
        <p:nvSpPr>
          <p:cNvPr id="19" name="Shape 17"/>
          <p:cNvSpPr/>
          <p:nvPr/>
        </p:nvSpPr>
        <p:spPr>
          <a:xfrm>
            <a:off x="658368" y="3730752"/>
            <a:ext cx="512064" cy="512064"/>
          </a:xfrm>
          <a:prstGeom prst="ellipse">
            <a:avLst/>
          </a:prstGeom>
          <a:solidFill>
            <a:srgbClr val="B4552B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373075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21" name="Text 19"/>
          <p:cNvSpPr/>
          <p:nvPr/>
        </p:nvSpPr>
        <p:spPr>
          <a:xfrm>
            <a:off x="1371600" y="3511296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Cüz, Kur'an'ın yirmi sayfadan oluşan her bir bölümüdür; toplam 30 cüz vardır, başlangıcında cüz gülü bulunur.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Sınıf DKAB — Kur'an-ı Kerim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B4552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25" name="Shape 23"/>
          <p:cNvSpPr/>
          <p:nvPr/>
        </p:nvSpPr>
        <p:spPr>
          <a:xfrm>
            <a:off x="0" y="5116068"/>
            <a:ext cx="2857500" cy="32004"/>
          </a:xfrm>
          <a:prstGeom prst="rect">
            <a:avLst/>
          </a:prstGeom>
          <a:solidFill>
            <a:srgbClr val="B4552B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6A3E7A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6A3E7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📌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Kur'an-ı Kerim'in Temel Özellikleri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6A3E7A">
              <a:alpha val="10000"/>
            </a:srgbClr>
          </a:solidFill>
          <a:ln w="9525">
            <a:solidFill>
              <a:srgbClr val="6A3E7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1024128"/>
          </a:xfrm>
          <a:prstGeom prst="roundRect">
            <a:avLst/>
          </a:prstGeom>
          <a:solidFill>
            <a:srgbClr val="6A3E7A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426464"/>
            <a:ext cx="512064" cy="512064"/>
          </a:xfrm>
          <a:prstGeom prst="ellipse">
            <a:avLst/>
          </a:prstGeom>
          <a:solidFill>
            <a:srgbClr val="6A3E7A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42646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Kur'an-ı Kerim'in Temel Özellikleri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Sınıf DKAB — Kur'an-ı Kerim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6A3E7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6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15" name="Shape 13"/>
          <p:cNvSpPr/>
          <p:nvPr/>
        </p:nvSpPr>
        <p:spPr>
          <a:xfrm>
            <a:off x="0" y="5116068"/>
            <a:ext cx="3429000" cy="32004"/>
          </a:xfrm>
          <a:prstGeom prst="rect">
            <a:avLst/>
          </a:prstGeom>
          <a:solidFill>
            <a:srgbClr val="6A3E7A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B886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📌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Kur'an-ı Kerim'in Ana Konuları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B8860B">
              <a:alpha val="10000"/>
            </a:srgbClr>
          </a:solidFill>
          <a:ln w="9525">
            <a:solidFill>
              <a:srgbClr val="B8860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1024128"/>
          </a:xfrm>
          <a:prstGeom prst="roundRect">
            <a:avLst/>
          </a:prstGeom>
          <a:solidFill>
            <a:srgbClr val="B8860B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426464"/>
            <a:ext cx="512064" cy="512064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42646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Kur'an-ı Kerim'in Ana Konuları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Sınıf DKAB — Kur'an-ı Kerim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B8860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7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15" name="Shape 13"/>
          <p:cNvSpPr/>
          <p:nvPr/>
        </p:nvSpPr>
        <p:spPr>
          <a:xfrm>
            <a:off x="0" y="5116068"/>
            <a:ext cx="4000500" cy="32004"/>
          </a:xfrm>
          <a:prstGeom prst="rect">
            <a:avLst/>
          </a:prstGeom>
          <a:solidFill>
            <a:srgbClr val="B8860B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2E7D5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2E7D5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📌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Sure Öğreniyorum: Kevser Suresi (1/2)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1024128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426464"/>
            <a:ext cx="512064" cy="51206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42646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Kevser suresi, üç ayetten oluşur ve Kur'an-ı Kerim'in en kısa suresidir. "Kevser" kelimesi bolluk, bereket, maddi ve manevi çokluk anlamına gelir.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2322576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322576"/>
            <a:ext cx="82296" cy="1024128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2578608"/>
            <a:ext cx="512064" cy="51206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25786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6" name="Text 14"/>
          <p:cNvSpPr/>
          <p:nvPr/>
        </p:nvSpPr>
        <p:spPr>
          <a:xfrm>
            <a:off x="1371600" y="2359152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Cahiliye Dönemi'nde Hz. Muhammed'in (sav) oğlu Kasım'ın küçük yaşta vefatı üzerine müşrikler onu "ebter" (nesli kesik) diyerek üzdüler.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457200" y="3474720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474720"/>
            <a:ext cx="82296" cy="1024128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19" name="Shape 17"/>
          <p:cNvSpPr/>
          <p:nvPr/>
        </p:nvSpPr>
        <p:spPr>
          <a:xfrm>
            <a:off x="658368" y="3730752"/>
            <a:ext cx="512064" cy="51206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373075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21" name="Text 19"/>
          <p:cNvSpPr/>
          <p:nvPr/>
        </p:nvSpPr>
        <p:spPr>
          <a:xfrm>
            <a:off x="1371600" y="3511296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Bunun üzerine Yüce Allah, Kevser suresini indirdi; Hz. Peygamber'in soyu kızı Hz. Fatıma'nın çocukları Hz. Hasan ve Hz.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Sınıf DKAB — Kur'an-ı Kerim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2E7D5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8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25" name="Shape 23"/>
          <p:cNvSpPr/>
          <p:nvPr/>
        </p:nvSpPr>
        <p:spPr>
          <a:xfrm>
            <a:off x="0" y="5116068"/>
            <a:ext cx="4572000" cy="32004"/>
          </a:xfrm>
          <a:prstGeom prst="rect">
            <a:avLst/>
          </a:prstGeom>
          <a:solidFill>
            <a:srgbClr val="2E7D5B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15667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15667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📌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Sure Öğreniyorum: Kevser Suresi (2/2)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1024128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426464"/>
            <a:ext cx="512064" cy="512064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42646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Hüseyin ile devam etmiştir.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Sınıf DKAB — Kur'an-ı Kerim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15667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9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15" name="Shape 13"/>
          <p:cNvSpPr/>
          <p:nvPr/>
        </p:nvSpPr>
        <p:spPr>
          <a:xfrm>
            <a:off x="0" y="5116068"/>
            <a:ext cx="5143500" cy="32004"/>
          </a:xfrm>
          <a:prstGeom prst="rect">
            <a:avLst/>
          </a:prstGeom>
          <a:solidFill>
            <a:srgbClr val="156670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B886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🔑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Önemli Kavramlar (1/2)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2E7D5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66928" y="1188720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Kur'an-ı Kerim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645152" y="1188720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156670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54880" y="1188720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Cebrail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1993392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B4552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66928" y="1993392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yıl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645152" y="1993392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6A3E7A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754880" y="1993392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Kur'an'ın güzel isimleri: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2798064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B8860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66928" y="2798064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Ayet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645152" y="2798064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2E7D5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754880" y="2798064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durak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3602736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156670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66928" y="3602736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Mekki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645152" y="3602736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B4552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754880" y="3602736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Medeni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57200" y="4407408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6A3E7A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66928" y="4407408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Sure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645152" y="4407408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B8860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754880" y="4407408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114 sure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Sınıf DKAB — Kur'an-ı Kerim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B8860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10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30" name="Shape 28"/>
          <p:cNvSpPr/>
          <p:nvPr/>
        </p:nvSpPr>
        <p:spPr>
          <a:xfrm>
            <a:off x="0" y="5116068"/>
            <a:ext cx="5715000" cy="32004"/>
          </a:xfrm>
          <a:prstGeom prst="rect">
            <a:avLst/>
          </a:prstGeom>
          <a:solidFill>
            <a:srgbClr val="B8860B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B886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🔑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Önemli Kavramlar (2/2)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2E7D5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66928" y="1188720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6236 ayet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645152" y="1188720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156670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54880" y="1188720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Cüz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1993392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B4552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66928" y="1993392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cüz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645152" y="1993392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6A3E7A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754880" y="1993392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cüz gülü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2798064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B8860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66928" y="2798064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Kevser suresi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645152" y="2798064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2E7D5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754880" y="2798064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ebter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Sınıf DKAB — Kur'an-ı Kerim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B8860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11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22" name="Shape 20"/>
          <p:cNvSpPr/>
          <p:nvPr/>
        </p:nvSpPr>
        <p:spPr>
          <a:xfrm>
            <a:off x="0" y="5116068"/>
            <a:ext cx="6286500" cy="32004"/>
          </a:xfrm>
          <a:prstGeom prst="rect">
            <a:avLst/>
          </a:prstGeom>
          <a:solidFill>
            <a:srgbClr val="B8860B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3A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-1188720"/>
            <a:ext cx="2926080" cy="2926080"/>
          </a:xfrm>
          <a:prstGeom prst="ellipse">
            <a:avLst/>
          </a:prstGeom>
          <a:solidFill>
            <a:srgbClr val="B8860B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589520" y="3291840"/>
            <a:ext cx="2743200" cy="2743200"/>
          </a:xfrm>
          <a:prstGeom prst="ellipse">
            <a:avLst/>
          </a:prstGeom>
          <a:solidFill>
            <a:srgbClr val="B8860B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-731520"/>
            <a:ext cx="1463040" cy="1463040"/>
          </a:xfrm>
          <a:prstGeom prst="ellipse">
            <a:avLst/>
          </a:prstGeom>
          <a:solidFill>
            <a:srgbClr val="B8860B">
              <a:alpha val="2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200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AYETLERLE DÜŞÜNELİM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1051560"/>
            <a:ext cx="7680960" cy="2880360"/>
          </a:xfrm>
          <a:prstGeom prst="roundRect">
            <a:avLst>
              <a:gd name="adj" fmla="val 3175"/>
            </a:avLst>
          </a:prstGeom>
          <a:solidFill>
            <a:srgbClr val="FFFFFF">
              <a:alpha val="6000"/>
            </a:srgbClr>
          </a:solidFill>
          <a:ln w="19050">
            <a:solidFill>
              <a:srgbClr val="B886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960120"/>
            <a:ext cx="1097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B886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❝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1188720" y="1417320"/>
            <a:ext cx="67665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Doğrusu kitabı biz indirdik, onun koruyucusu elbette biziz.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3429000" y="3310128"/>
            <a:ext cx="2286000" cy="27432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42900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Hicr suresi, 9. ayet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Sınıf DKAB — Kur'an-ı Kerim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B8860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12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5116068"/>
            <a:ext cx="6858000" cy="32004"/>
          </a:xfrm>
          <a:prstGeom prst="rect">
            <a:avLst/>
          </a:prstGeom>
          <a:solidFill>
            <a:srgbClr val="B8860B"/>
          </a:solidFill>
          <a:ln/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3A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-1188720"/>
            <a:ext cx="2926080" cy="2926080"/>
          </a:xfrm>
          <a:prstGeom prst="ellipse">
            <a:avLst/>
          </a:prstGeom>
          <a:solidFill>
            <a:srgbClr val="B8860B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589520" y="3291840"/>
            <a:ext cx="2743200" cy="2743200"/>
          </a:xfrm>
          <a:prstGeom prst="ellipse">
            <a:avLst/>
          </a:prstGeom>
          <a:solidFill>
            <a:srgbClr val="B8860B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-731520"/>
            <a:ext cx="1463040" cy="1463040"/>
          </a:xfrm>
          <a:prstGeom prst="ellipse">
            <a:avLst/>
          </a:prstGeom>
          <a:solidFill>
            <a:srgbClr val="B8860B">
              <a:alpha val="2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200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AYETLERLE DÜŞÜNELİM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1051560"/>
            <a:ext cx="7680960" cy="2880360"/>
          </a:xfrm>
          <a:prstGeom prst="roundRect">
            <a:avLst>
              <a:gd name="adj" fmla="val 3175"/>
            </a:avLst>
          </a:prstGeom>
          <a:solidFill>
            <a:srgbClr val="FFFFFF">
              <a:alpha val="6000"/>
            </a:srgbClr>
          </a:solidFill>
          <a:ln w="19050">
            <a:solidFill>
              <a:srgbClr val="B886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960120"/>
            <a:ext cx="1097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B886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❝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1188720" y="1417320"/>
            <a:ext cx="67665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Elif Lâm Mîm. Bu, kendisinde şüphe olmayan kitaptır; muttakiler için bir hidayettir.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3429000" y="3310128"/>
            <a:ext cx="2286000" cy="27432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42900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Bakara suresi, 1-2. ayetler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Sınıf DKAB — Kur'an-ı Kerim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B8860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13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5116068"/>
            <a:ext cx="7429500" cy="32004"/>
          </a:xfrm>
          <a:prstGeom prst="rect">
            <a:avLst/>
          </a:prstGeom>
          <a:solidFill>
            <a:srgbClr val="B8860B"/>
          </a:solidFill>
          <a:ln/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3A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-1188720"/>
            <a:ext cx="2926080" cy="2926080"/>
          </a:xfrm>
          <a:prstGeom prst="ellipse">
            <a:avLst/>
          </a:prstGeom>
          <a:solidFill>
            <a:srgbClr val="2E7D5B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589520" y="3291840"/>
            <a:ext cx="2743200" cy="2743200"/>
          </a:xfrm>
          <a:prstGeom prst="ellipse">
            <a:avLst/>
          </a:prstGeom>
          <a:solidFill>
            <a:srgbClr val="2E7D5B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-731520"/>
            <a:ext cx="1463040" cy="1463040"/>
          </a:xfrm>
          <a:prstGeom prst="ellipse">
            <a:avLst/>
          </a:prstGeom>
          <a:solidFill>
            <a:srgbClr val="B8860B">
              <a:alpha val="2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9260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spc="200" kern="0" dirty="0">
                <a:solidFill>
                  <a:srgbClr val="8FD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🎬 KONUYLA İLGİLİ VİDEO</a:t>
            </a:r>
            <a:endParaRPr lang="en-US" sz="1600" dirty="0"/>
          </a:p>
        </p:txBody>
      </p:sp>
      <p:sp>
        <p:nvSpPr>
          <p:cNvPr id="6" name="Shape 4">
            <a:hlinkClick r:id="rId1" tooltip="YouTube'da izlemek için tıklayın"/>
          </p:cNvPr>
          <p:cNvSpPr/>
          <p:nvPr/>
        </p:nvSpPr>
        <p:spPr>
          <a:xfrm>
            <a:off x="914400" y="868680"/>
            <a:ext cx="7315200" cy="3246120"/>
          </a:xfrm>
          <a:prstGeom prst="roundRect">
            <a:avLst>
              <a:gd name="adj" fmla="val 1690"/>
            </a:avLst>
          </a:prstGeom>
          <a:solidFill>
            <a:srgbClr val="0B0B0B"/>
          </a:solidFill>
          <a:ln w="25400">
            <a:solidFill>
              <a:srgbClr val="B8860B"/>
            </a:solidFill>
            <a:prstDash val="solid"/>
          </a:ln>
        </p:spPr>
      </p:sp>
      <p:sp>
        <p:nvSpPr>
          <p:cNvPr id="7" name="Shape 5">
            <a:hlinkClick r:id="rId1" tooltip="YouTube'da izlemek için tıklayın"/>
          </p:cNvPr>
          <p:cNvSpPr/>
          <p:nvPr/>
        </p:nvSpPr>
        <p:spPr>
          <a:xfrm>
            <a:off x="3977640" y="1920240"/>
            <a:ext cx="1188720" cy="1188720"/>
          </a:xfrm>
          <a:prstGeom prst="ellipse">
            <a:avLst/>
          </a:prstGeom>
          <a:solidFill>
            <a:srgbClr val="E6211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" name="Text 6">
            <a:hlinkClick r:id="rId1" tooltip="YouTube'da izlemek için tıklayın"/>
          </p:cNvPr>
          <p:cNvSpPr/>
          <p:nvPr/>
        </p:nvSpPr>
        <p:spPr>
          <a:xfrm>
            <a:off x="3977640" y="1920240"/>
            <a:ext cx="1188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u="sng" dirty="0">
                <a:solidFill>
                  <a:srgbClr val="FFFFFF"/>
                </a:solidFill>
                <a:hlinkClick r:id="rId1" invalidUrl="" action="" tgtFrame="" tooltip="YouTube'da izlemek için tıklayın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</a:t>
            </a:r>
            <a:endParaRPr lang="en-US" sz="3600" dirty="0"/>
          </a:p>
        </p:txBody>
      </p:sp>
      <p:sp>
        <p:nvSpPr>
          <p:cNvPr id="9" name="Text 7">
            <a:hlinkClick r:id="rId1" tooltip="YouTube'da izlemek için tıklayın"/>
          </p:cNvPr>
          <p:cNvSpPr/>
          <p:nvPr/>
        </p:nvSpPr>
        <p:spPr>
          <a:xfrm>
            <a:off x="1188720" y="3291840"/>
            <a:ext cx="6766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YouTube'da izlemek için tıklayın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Kur'an-ı Kerim'i Tanıyalım</a:t>
            </a:r>
            <a:endParaRPr lang="en-US" sz="1600" dirty="0"/>
          </a:p>
        </p:txBody>
      </p:sp>
      <p:sp>
        <p:nvSpPr>
          <p:cNvPr id="10" name="Text 8">
            <a:hlinkClick r:id="rId1" tooltip="YouTube'da izlemek için tıklayın"/>
          </p:cNvPr>
          <p:cNvSpPr/>
          <p:nvPr/>
        </p:nvSpPr>
        <p:spPr>
          <a:xfrm>
            <a:off x="914400" y="42062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u="sng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YouTube'da izlemek için tıklayın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👆 İzlemek için tıklayın (YouTube'da açılır)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Sınıf DKAB — Kur'an-ı Kerim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2E7D5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14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5116068"/>
            <a:ext cx="8001000" cy="32004"/>
          </a:xfrm>
          <a:prstGeom prst="rect">
            <a:avLst/>
          </a:prstGeom>
          <a:solidFill>
            <a:srgbClr val="2E7D5B"/>
          </a:solidFill>
          <a:ln/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15667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15667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📝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Ünite Özeti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960120"/>
          </a:xfrm>
          <a:prstGeom prst="roundRect">
            <a:avLst>
              <a:gd name="adj" fmla="val 7619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960120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394460"/>
            <a:ext cx="512064" cy="512064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39446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886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Ayet: "Doğrusu kitabı biz indirdik, onun koruyucusu elbette biziz."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Sınıf DKAB — Kur'an-ı Kerim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15667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15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15" name="Shape 13"/>
          <p:cNvSpPr/>
          <p:nvPr/>
        </p:nvSpPr>
        <p:spPr>
          <a:xfrm>
            <a:off x="0" y="5116068"/>
            <a:ext cx="8572500" cy="32004"/>
          </a:xfrm>
          <a:prstGeom prst="rect">
            <a:avLst/>
          </a:prstGeom>
          <a:solidFill>
            <a:srgbClr val="156670"/>
          </a:solidFill>
          <a:ln/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B3A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-1188720"/>
            <a:ext cx="2926080" cy="2926080"/>
          </a:xfrm>
          <a:prstGeom prst="ellipse">
            <a:avLst/>
          </a:prstGeom>
          <a:solidFill>
            <a:srgbClr val="2E7D5B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589520" y="3291840"/>
            <a:ext cx="2743200" cy="2743200"/>
          </a:xfrm>
          <a:prstGeom prst="ellipse">
            <a:avLst/>
          </a:prstGeom>
          <a:solidFill>
            <a:srgbClr val="2E7D5B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-731520"/>
            <a:ext cx="1463040" cy="1463040"/>
          </a:xfrm>
          <a:prstGeom prst="ellipse">
            <a:avLst/>
          </a:prstGeom>
          <a:solidFill>
            <a:srgbClr val="B8860B">
              <a:alpha val="2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3886200" y="502920"/>
            <a:ext cx="1371600" cy="1371600"/>
          </a:xfrm>
          <a:prstGeom prst="ellipse">
            <a:avLst/>
          </a:prstGeom>
          <a:solidFill>
            <a:srgbClr val="B8860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86200" y="50292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🌟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2286000" y="2148840"/>
            <a:ext cx="4572000" cy="41148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2860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Dinlediğiniz İçin Teşekkürler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457200" y="29718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Başarılar dilerim.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3429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Ayşe Yazıcı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3749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 Kültürü ve Ahlak Bilgisi Öğretmeni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5. Sınıf 3. Ünite: Kur'an-ı Kerim</dc:title>
  <dc:subject>PptxGenJS Presentation</dc:subject>
  <dc:creator>Ayşe Yazıcı</dc:creator>
  <cp:lastModifiedBy>Ayşe Yazıcı</cp:lastModifiedBy>
  <cp:revision>1</cp:revision>
  <dcterms:created xsi:type="dcterms:W3CDTF">2026-07-12T13:29:58Z</dcterms:created>
  <dcterms:modified xsi:type="dcterms:W3CDTF">2026-07-12T13:29:58Z</dcterms:modified>
</cp:coreProperties>
</file>