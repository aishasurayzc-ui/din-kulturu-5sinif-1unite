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arget="https://www.youtube.com/embed/-CuSBVJnq4Y" TargetMode="External" Type="http://schemas.openxmlformats.org/officeDocument/2006/relationships/video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İç Düzeni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Temel Özellikleri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Ana Konuları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Kevser Suresi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İç Düzeni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Kerim, Allah'ın (cc) peygamberler aracılığıyla insanlara gönderdiği vahyi bildiren son kitaptır.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610 yılı ramazan ayında indirilmeye başlanmış, vahiy meleği Cebrail tarafından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Muhammed'e (sav) bildirilmiştir; tamamlanması 23 yıl sürmüştür. Dili Arapçadır.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İç Düzeni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Kur'an'ın güzel isimleri: Furkan (doğru ile yanlışı ayırt eden), Nur (yolu aydınlatan), Şifa (kalplere şifa veren), Zikir (yaratıcıyı hatırlatan), Kelam (Allah'ın sözü).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Ayet, Kur'an surelerini oluşturan harf, kelime veya cümlelerdir; durak denilen yuvarlak işaretlerle ayrılır.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Mekke'de inen ayetlere Mekki, Medine'de inenlere Medeni ayet denir.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İç Düzeni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Sure, ayetlerden oluşan bölümdür; ilk sure Fatiha, son sure Nâs'tır. En uzun sure Bakara (286 ayet), en kısa sure Kevser'dir (3 ayet).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 114 sure, 6236 ayet vardır.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Cüz, Kur'an'ın yirmi sayfadan oluşan her bir bölümüdür; toplam 30 cüz vardır, başlangıcında cüz gülü bulunur.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Temel Özellikleri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Temel Özellikleri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Ana Konuları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Kerim'in Ana Konuları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Kevser Suresi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Kevser suresi, üç ayetten oluşur ve Kur'an-ı Kerim'in en kısa suresidir. "Kevser" kelimesi bolluk, bereket, maddi ve manevi çokluk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Cahiliye Dönemi'nde Hz. Muhammed'in (sav) oğlu Kasım'ın küçük yaşta vefatı üzerine müşrikler onu "ebter" (nesli kesik) diyerek üzdüler.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Bunun üzerine Yüce Allah, Kevser suresini indirdi; Hz. Peygamber'in soyu kızı Hz. Fatıma'nın çocukları Hz. Hasan ve Hz.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Kevser Suresi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Hüseyin ile devam etmiştir.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yıl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Kur'an'ın güzel isimleri: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Mekki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Medeni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sure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6236 ayet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Cüz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cüz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cüz gülü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Kevser suresi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ebter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Doğrusu kitabı biz indirdik, onun koruyucusu elbette biziz.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Hicr suresi, 9.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Elif Lâm Mîm. Bu, kendisinde şüphe olmayan kitaptır; muttakiler için bir hidayettir.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1-2. ayetler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 Tanıyalım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Ayet: "Doğrusu kitabı biz indirdik, onun koruyucusu elbette biziz."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Kur'an-ı Kerim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5. Sınıf 3. Ünite: Kur'an-ı Kerim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