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HFtFU45_9l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Tahiyyat Duası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tekbirle başlayıp selamla biten, belirli hareket ve sözlerden oluşan bedenî bir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kelime-i şehadetten sonra İslam'ın en önemli esasıdır.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Ergenlik çağına gelmiş ve akıl sağlığı yerinde olan her Müslüman'ın günde beş vakit namaz kılması farzdır.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Çeşitleri: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Hazırlık Şartları (6): Hadesten taharet (abdest/gusül almak), necasetten taharet (beden/elbise/yer temizliği), setriavret (vücudun örtülmesi), vakit, istikbalikıble (kıbleye yönelmek), niyet.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Abdest: Niyet → Eller → Ağız (3 kez) → Burun (3 kez) → Yüz (3 kez) → Sağ-sol kol dirseklerle → Baş mesh → Kulak içi-arkası mesh → Boyun mesh → Sağ-sol ayak topuklarla.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Teyemmüm: Suyun bulunmadığı/kullanılamadığı durumlarda toprakla alınan abdesttir.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Gusül: Vücutta kuru yer kalmayacak şekilde tüm bedenin yıkanmasıdır (boy abdesti).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 Şartları (6): İftitah tekbiri ("Allahüekber" ile başlama), kıyam (ayakta durma), kıraat (Kur'an okuma), rükû (eğilme), secde (yere kapanma), ka'de-i ahire/son oturuş (Tahiyyat'ı okuyacak kadar oturma).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Cemaatle Namaz: Cuma ve bayram namazlarının camide cemaatle kılınması gerekir.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"Cemaatle kılınan namaz, tek başına kılınan namazdan yirmi yedi kat daha faziletlidir." Cuma namazında imam minbere çıkıp hutbe okur.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Cenaze namazı rükû ve secde yapılmadan sadece kıyamda durularak kılınır.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insanın kulluk bilincini canlı tutar, onu kötülüklerden uzaklaştırır. Abdest sayesinde insan hem manevi hem maddi olarak temizlenir.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Kerim'de: "... namaz, hayâsızlıktan ve kötülükten alıkoyar..." buyrulur.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Peygamber'e göre secde, kulun Allah'a en yakın olduğu andır.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Camilerde bir araya gelen Müslümanlar arasında ırk, renk, dil ayrımı olmadan kardeşlik bilinci gelişir; yardımlaşma ve dayanışma artar.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Tahiyyat Duası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Tahiyyat; her türlü eksiklikten uzak olma, selamlama, sağlık ve esenlik temennisi anlamlarına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Namazlarda oturduğumuzda okunan bu dua, Allah'a selam ve övgü ile başlar,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Peygamber'e rahmet dileğiyle devam eder ve kelime-i şehadet ile biter.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farzdır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Çeşitleri: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Hazırlık Şartları (6):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Teyemmüm: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Gusül: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 Şartları (6):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Cemaatle Namaz: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Cenaze namazı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Tahiyyat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kelime-i şehadet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Namazı dosdoğru kılın çünkü namaz müminler üzerine vakitleri belli bir farzdır.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suresi, 103.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Muhakkak ki namaz, hayâsızlıktan ve kötülükten alıkoyar.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Ankebut suresi, 45.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Namaz Cennetin Anahtarıdır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"...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 dosdoğru kılın çünkü namaz müminler üzerine vakitleri belli bir farzdır." — Hadis-i Şerif: "Cennetin anahtarı namaz, namazın anahtarı ise abdesttir."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2. Ünite: Namaz İbadeti</dc:title>
  <dc:subject>PptxGenJS Presentation</dc:subject>
  <dc:creator>Ayşe Yazıcı</dc:creator>
  <cp:lastModifiedBy>Ayşe Yazıcı</cp:lastModifiedBy>
  <cp:revision>1</cp:revision>
  <dcterms:created xsi:type="dcterms:W3CDTF">2026-07-12T13:29:58Z</dcterms:created>
  <dcterms:modified xsi:type="dcterms:W3CDTF">2026-07-12T13:29:58Z</dcterms:modified>
</cp:coreProperties>
</file>